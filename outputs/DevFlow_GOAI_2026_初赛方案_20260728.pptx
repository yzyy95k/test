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9844fb9b84533" /><Relationship Type="http://schemas.openxmlformats.org/officeDocument/2006/relationships/extended-properties" Target="/docProps/app.xml" Id="Rfc5fba4bfa304b16" /><Relationship Type="http://schemas.openxmlformats.org/officeDocument/2006/relationships/officeDocument" Target="/ppt/presentation.xml" Id="R1982d5cb3d8a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2cc72968254c59"/>
  </p:sldMasterIdLst>
  <p:notesMasterIdLst>
    <p:notesMasterId xmlns:r="http://schemas.openxmlformats.org/officeDocument/2006/relationships" r:id="Re54251fbf30d453c"/>
  </p:notesMasterIdLst>
  <p:sldIdLst>
    <p:sldId xmlns:r="http://schemas.openxmlformats.org/officeDocument/2006/relationships" id="256" r:id="R814cf8a12c1f4314"/>
    <p:sldId xmlns:r="http://schemas.openxmlformats.org/officeDocument/2006/relationships" id="257" r:id="R825ab13cf3f24802"/>
    <p:sldId xmlns:r="http://schemas.openxmlformats.org/officeDocument/2006/relationships" id="258" r:id="R2d92c21bad024edd"/>
    <p:sldId xmlns:r="http://schemas.openxmlformats.org/officeDocument/2006/relationships" id="259" r:id="R9345f8d27e7f41a6"/>
    <p:sldId xmlns:r="http://schemas.openxmlformats.org/officeDocument/2006/relationships" id="260" r:id="R4c53a67e16bf458d"/>
    <p:sldId xmlns:r="http://schemas.openxmlformats.org/officeDocument/2006/relationships" id="261" r:id="R4d6289babdce490a"/>
    <p:sldId xmlns:r="http://schemas.openxmlformats.org/officeDocument/2006/relationships" id="262" r:id="Re1b5314106a04455"/>
    <p:sldId xmlns:r="http://schemas.openxmlformats.org/officeDocument/2006/relationships" id="263" r:id="R147f26c3441f414f"/>
    <p:sldId xmlns:r="http://schemas.openxmlformats.org/officeDocument/2006/relationships" id="264" r:id="R01b1685c84074f72"/>
    <p:sldId xmlns:r="http://schemas.openxmlformats.org/officeDocument/2006/relationships" id="265" r:id="R0f3937db604a4f02"/>
    <p:sldId xmlns:r="http://schemas.openxmlformats.org/officeDocument/2006/relationships" id="266" r:id="R20bc87a76a634a6c"/>
    <p:sldId xmlns:r="http://schemas.openxmlformats.org/officeDocument/2006/relationships" id="267" r:id="R8d42a9638b6a44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57cd5159c430c" /><Relationship Type="http://schemas.openxmlformats.org/officeDocument/2006/relationships/slideMaster" Target="/ppt/slideMasters/slideMaster1.xml" Id="Re22cc72968254c59" /><Relationship Type="http://schemas.openxmlformats.org/officeDocument/2006/relationships/notesMaster" Target="/ppt/notesMasters/notesMaster1.xml" Id="Re54251fbf30d453c" /><Relationship Type="http://schemas.openxmlformats.org/officeDocument/2006/relationships/presProps" Target="/ppt/presProps.xml" Id="R18d22ce1283349c2" /><Relationship Type="http://schemas.openxmlformats.org/officeDocument/2006/relationships/tableStyles" Target="/ppt/tableStyles.xml" Id="R754093c271c34c8e" /><Relationship Type="http://schemas.openxmlformats.org/officeDocument/2006/relationships/slide" Target="/ppt/slides/slide1.xml" Id="R814cf8a12c1f4314" /><Relationship Type="http://schemas.openxmlformats.org/officeDocument/2006/relationships/slide" Target="/ppt/slides/slide2.xml" Id="R825ab13cf3f24802" /><Relationship Type="http://schemas.openxmlformats.org/officeDocument/2006/relationships/slide" Target="/ppt/slides/slide3.xml" Id="R2d92c21bad024edd" /><Relationship Type="http://schemas.openxmlformats.org/officeDocument/2006/relationships/slide" Target="/ppt/slides/slide4.xml" Id="R9345f8d27e7f41a6" /><Relationship Type="http://schemas.openxmlformats.org/officeDocument/2006/relationships/slide" Target="/ppt/slides/slide5.xml" Id="R4c53a67e16bf458d" /><Relationship Type="http://schemas.openxmlformats.org/officeDocument/2006/relationships/slide" Target="/ppt/slides/slide6.xml" Id="R4d6289babdce490a" /><Relationship Type="http://schemas.openxmlformats.org/officeDocument/2006/relationships/slide" Target="/ppt/slides/slide7.xml" Id="Re1b5314106a04455" /><Relationship Type="http://schemas.openxmlformats.org/officeDocument/2006/relationships/slide" Target="/ppt/slides/slide8.xml" Id="R147f26c3441f414f" /><Relationship Type="http://schemas.openxmlformats.org/officeDocument/2006/relationships/slide" Target="/ppt/slides/slide9.xml" Id="R01b1685c84074f72" /><Relationship Type="http://schemas.openxmlformats.org/officeDocument/2006/relationships/slide" Target="/ppt/slides/slide10.xml" Id="R0f3937db604a4f02" /><Relationship Type="http://schemas.openxmlformats.org/officeDocument/2006/relationships/slide" Target="/ppt/slides/slide11.xml" Id="R20bc87a76a634a6c" /><Relationship Type="http://schemas.openxmlformats.org/officeDocument/2006/relationships/slide" Target="/ppt/slides/slide12.xml" Id="R8d42a9638b6a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99bb27855e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5017ff2bf4d4e" /><Relationship Type="http://schemas.openxmlformats.org/officeDocument/2006/relationships/notesMaster" Target="/ppt/notesMasters/notesMaster1.xml" Id="R653330309310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098ac724b40fd" /><Relationship Type="http://schemas.openxmlformats.org/officeDocument/2006/relationships/notesMaster" Target="/ppt/notesMasters/notesMaster1.xml" Id="R4bd0cb5d3d04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bfbd262c5845cf" /><Relationship Type="http://schemas.openxmlformats.org/officeDocument/2006/relationships/notesMaster" Target="/ppt/notesMasters/notesMaster1.xml" Id="Re0030022f40a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615563056543a3" /><Relationship Type="http://schemas.openxmlformats.org/officeDocument/2006/relationships/notesMaster" Target="/ppt/notesMasters/notesMaster1.xml" Id="R867f73cfe2cf45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79038b6cf4789" /><Relationship Type="http://schemas.openxmlformats.org/officeDocument/2006/relationships/notesMaster" Target="/ppt/notesMasters/notesMaster1.xml" Id="R828dadc446d9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bcee7e141d447e" /><Relationship Type="http://schemas.openxmlformats.org/officeDocument/2006/relationships/notesMaster" Target="/ppt/notesMasters/notesMaster1.xml" Id="Ra5c84a053d56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c1304579b649f9" /><Relationship Type="http://schemas.openxmlformats.org/officeDocument/2006/relationships/notesMaster" Target="/ppt/notesMasters/notesMaster1.xml" Id="R8c9487002ecb4d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31e50903c4c7e" /><Relationship Type="http://schemas.openxmlformats.org/officeDocument/2006/relationships/notesMaster" Target="/ppt/notesMasters/notesMaster1.xml" Id="Rf58ac15abc1f40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7989f4eba449be" /><Relationship Type="http://schemas.openxmlformats.org/officeDocument/2006/relationships/notesMaster" Target="/ppt/notesMasters/notesMaster1.xml" Id="R22bfc493aa49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b519d50bc94819" /><Relationship Type="http://schemas.openxmlformats.org/officeDocument/2006/relationships/notesMaster" Target="/ppt/notesMasters/notesMaster1.xml" Id="R9afbc888818c49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b070cfb9494c04" /><Relationship Type="http://schemas.openxmlformats.org/officeDocument/2006/relationships/notesMaster" Target="/ppt/notesMasters/notesMaster1.xml" Id="Rf40f3240b5ef43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f16aded0c448a7" /><Relationship Type="http://schemas.openxmlformats.org/officeDocument/2006/relationships/notesMaster" Target="/ppt/notesMasters/notesMaster1.xml" Id="Rae7e1fc808c44f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https://www.goaihz.com/tracks（Agent Infra 赛道；2026-07-27 核对）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https://www.goaihz.com/tracks（赛道定位与软件研发全流程协同方向）</a:t>
            </a:r>
          </a:p>
          <a:p xmlns:a="http://schemas.openxmlformats.org/drawingml/2006/main">
            <a:r>
              <a:t>- docs/SCORECARD.md:7-20, 39-49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https://www.goaihz.com/tracks（至少 3 个不同职能 Agent、清晰 Identity）</a:t>
            </a:r>
          </a:p>
          <a:p xmlns:a="http://schemas.openxmlformats.org/drawingml/2006/main">
            <a:r>
              <a:t>- docs/submission/AGENT_IDENTITY_APPENDIX.md:5-16, 45-48</a:t>
            </a:r>
          </a:p>
          <a:p xmlns:a="http://schemas.openxmlformats.org/drawingml/2006/main">
            <a:r>
              <a:t>- docs/AGENTTEAMS.md:7-18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docs/submission/AGENT_IDENTITY_APPENDIX.md:18-36</a:t>
            </a:r>
          </a:p>
          <a:p xmlns:a="http://schemas.openxmlformats.org/drawingml/2006/main">
            <a:r>
              <a:t>- docs/AGENTTEAMS.md:73-78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docs/AGENTTEAMS.md:98-107</a:t>
            </a:r>
          </a:p>
          <a:p xmlns:a="http://schemas.openxmlformats.org/drawingml/2006/main">
            <a:r>
              <a:t>- docs/submission/AGENT_IDENTITY_APPENDIX.md:18-28</a:t>
            </a:r>
          </a:p>
          <a:p xmlns:a="http://schemas.openxmlformats.org/drawingml/2006/main">
            <a:r>
              <a:t>- docs/evidence/AGENTTEAMS_LIVE_20260727.md:60-92（仅两节点实证）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https://www.goaihz.com/tracks（MCP 工具集成、Higress 推荐及权限边界要求）</a:t>
            </a:r>
          </a:p>
          <a:p xmlns:a="http://schemas.openxmlformats.org/drawingml/2006/main">
            <a:r>
              <a:t>- docs/AGENTTEAMS.md:59-78</a:t>
            </a:r>
          </a:p>
          <a:p xmlns:a="http://schemas.openxmlformats.org/drawingml/2006/main">
            <a:r>
              <a:t>- docs/evidence/AGENTTEAMS_LIVE_20260727.md:119-156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https://www.goaihz.com/tracks（Skill 必选及九项工程说明要求）</a:t>
            </a:r>
          </a:p>
          <a:p xmlns:a="http://schemas.openxmlformats.org/drawingml/2006/main">
            <a:r>
              <a:t>- docs/submission/AGENT_IDENTITY_APPENDIX.md:5-12</a:t>
            </a:r>
          </a:p>
          <a:p xmlns:a="http://schemas.openxmlformats.org/drawingml/2006/main">
            <a:r>
              <a:t>- docs/evidence/AGENTTEAMS_LIVE_20260727.md:158-164</a:t>
            </a:r>
          </a:p>
          <a:p xmlns:a="http://schemas.openxmlformats.org/drawingml/2006/main">
            <a:r>
              <a:t>- docs/submission/DEFENSE_QA_CN.md:87-91（GLM 成对行为评测只覆盖较早 6 个 Skill）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docs/evidence/AGENTTEAMS_LIVE_20260727.md:8-18, 34-37, 60-93, 119-164</a:t>
            </a:r>
          </a:p>
          <a:p xmlns:a="http://schemas.openxmlformats.org/drawingml/2006/main">
            <a:r>
              <a:t>- docs/SCORECARD.md:22-37（证据成熟度限制）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docs/evidence/AGENTTEAMS_LIVE_20260727.md:20-58, 60-93, 119-164</a:t>
            </a:r>
          </a:p>
          <a:p xmlns:a="http://schemas.openxmlformats.org/drawingml/2006/main">
            <a:r>
              <a:t>- docs/SCORECARD.md:39-55</a:t>
            </a:r>
          </a:p>
          <a:p xmlns:a="http://schemas.openxmlformats.org/drawingml/2006/main">
            <a:r>
              <a:t>- docs/submission/LIVE_DEMO_SCRIPT_CN.md:14-65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https://www.goaihz.com/tracks（评审关注：25% / 25% / 25% / 20% / 5%）</a:t>
            </a:r>
          </a:p>
          <a:p xmlns:a="http://schemas.openxmlformats.org/drawingml/2006/main">
            <a:r>
              <a:t>- docs/SCORECARD.md:7-20</a:t>
            </a:r>
          </a:p>
          <a:p xmlns:a="http://schemas.openxmlformats.org/drawingml/2006/main">
            <a:r>
              <a:t>- docs/submission/PRELIM_SUBMISSION_CHECKLIST_CN.md:20-38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docs/SCORECARD.md:22-37, 56-61</a:t>
            </a:r>
          </a:p>
          <a:p xmlns:a="http://schemas.openxmlformats.org/drawingml/2006/main">
            <a:r>
              <a:t>- docs/evidence/AGENTTEAMS_LIVE_20260727.md:153-169</a:t>
            </a:r>
          </a:p>
          <a:p xmlns:a="http://schemas.openxmlformats.org/drawingml/2006/main">
            <a:r>
              <a:t>- docs/submission/PRELIM_SUBMISSION_CHECKLIST_CN.md:46-80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https://www.goaihz.com/tracks（端到端、可运行、可验证、可审计要求）</a:t>
            </a:r>
          </a:p>
          <a:p xmlns:a="http://schemas.openxmlformats.org/drawingml/2006/main">
            <a:r>
              <a:t>- docs/SCORECARD.md</a:t>
            </a:r>
          </a:p>
          <a:p xmlns:a="http://schemas.openxmlformats.org/drawingml/2006/main">
            <a:r>
              <a:t>- docs/evidence/AGENTTEAMS_LIVE_20260727.md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5c54d5cef48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1864cdd0434697" /><Relationship Type="http://schemas.openxmlformats.org/officeDocument/2006/relationships/slideLayout" Target="/ppt/slideLayouts/slideLayout1.xml" Id="R4793dc6fc71c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3dc6fc71c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dcd0370234025" /><Relationship Type="http://schemas.openxmlformats.org/officeDocument/2006/relationships/notesSlide" Target="/ppt/notesSlides/notesSlide1.xml" Id="R8f0c92c965514e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2133f40404514" /><Relationship Type="http://schemas.openxmlformats.org/officeDocument/2006/relationships/notesSlide" Target="/ppt/notesSlides/notesSlide2.xml" Id="R692f46197852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5d981f1e24f42" /><Relationship Type="http://schemas.openxmlformats.org/officeDocument/2006/relationships/notesSlide" Target="/ppt/notesSlides/notesSlide3.xml" Id="R57e6871cb8b94f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e289838ac4749" /><Relationship Type="http://schemas.openxmlformats.org/officeDocument/2006/relationships/notesSlide" Target="/ppt/notesSlides/notesSlide4.xml" Id="R8ac1b82ced7442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e52ad0a4f410d" /><Relationship Type="http://schemas.openxmlformats.org/officeDocument/2006/relationships/notesSlide" Target="/ppt/notesSlides/notesSlide5.xml" Id="Rec054da65432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85bce0a144879" /><Relationship Type="http://schemas.openxmlformats.org/officeDocument/2006/relationships/notesSlide" Target="/ppt/notesSlides/notesSlide6.xml" Id="R74dbfdf32ade40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56aafd6cb49ff" /><Relationship Type="http://schemas.openxmlformats.org/officeDocument/2006/relationships/notesSlide" Target="/ppt/notesSlides/notesSlide7.xml" Id="R88535002564f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f863c17414642" /><Relationship Type="http://schemas.openxmlformats.org/officeDocument/2006/relationships/notesSlide" Target="/ppt/notesSlides/notesSlide8.xml" Id="R1a10a21e96e242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6299aaca5448d" /><Relationship Type="http://schemas.openxmlformats.org/officeDocument/2006/relationships/notesSlide" Target="/ppt/notesSlides/notesSlide9.xml" Id="Rec817aa4919940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04bfcfa34d18" /><Relationship Type="http://schemas.openxmlformats.org/officeDocument/2006/relationships/notesSlide" Target="/ppt/notesSlides/notesSlide10.xml" Id="R642dd3ce1ac644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b52972a640c8" /><Relationship Type="http://schemas.openxmlformats.org/officeDocument/2006/relationships/notesSlide" Target="/ppt/notesSlides/notesSlide11.xml" Id="R362627270b0a45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5ac3fa3584ece" /><Relationship Type="http://schemas.openxmlformats.org/officeDocument/2006/relationships/notesSlide" Target="/ppt/notesSlides/notesSlide12.xml" Id="R9d1121e920544d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7977AB1-D46D-4426-A545-F7AC4D5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
边界驱动的多 Agent 研发闭环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ECD7AC4-D147-4350-8393-4C4DF5D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以 AgentTeams 为协同基点｜职责清晰、交接可验、工具默认拒绝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924D992-FE5A-4C85-94BE-EB4FAC9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GOAI 2026 · AGENT INFRA</a:t>
            </a:r>
          </a:p>
        </p:txBody>
      </p:sp>
    </p:spTree>
    <p:extLst>
      <p:ext uri="{BB962C8B-B14F-4D97-AF65-F5344CB8AC3E}">
        <p14:creationId xmlns:p14="http://schemas.microsoft.com/office/powerpoint/2010/main" val="1706309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CD2D93B-6880-4CB2-9699-9996D03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5F8946F-6153-4730-BE47-4A92E42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431E771-D68B-42EC-AB6C-E5AEA27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7FA948-CBAC-49F5-9D21-39B28F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CA03489-10D0-4BBB-852C-FECEA05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复杂研发问题，失败往往发生在协作边界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1353950-576E-41A0-AF96-CACB3B6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专职角色
职责不漂移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0DEB2C-5701-4F66-A7A4-99E88BF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路由 / 边界基准
不是补丁解决率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50AD96-226B-4383-BAB7-2FBA60E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可复用 Skill
输入输出可验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242F37B-F9EA-42CC-92AD-39CE18A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5920F6D-D990-4907-A31F-7D29990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BA27E8-97CF-4B3A-9F9E-7058042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24 项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551982D-0C8C-494E-B2EA-F27EFFC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场景与价值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同一 Issue 在分类、定位、修改、测试、审查之间流转。身份、证据与权限一旦混在聊天里，结果就难复验；DevFlow 把每次协作收敛为可验证合同。</a:t>
            </a:r>
          </a:p>
        </p:txBody>
      </p:sp>
    </p:spTree>
    <p:extLst>
      <p:ext uri="{BB962C8B-B14F-4D97-AF65-F5344CB8AC3E}">
        <p14:creationId xmlns:p14="http://schemas.microsoft.com/office/powerpoint/2010/main" val="382576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9753F6-4DE8-4497-AE50-AA645A7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162844B-FC88-4DA6-B58C-3C35B01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六角色不是角色扮演：每个身份只有一个可追责出口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3B51AE8-809A-4456-A850-68887B6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一次性副本验证；只运行服务器预注册 CI 动作。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E890EA1-F710-48E9-A22E-0D8FAF4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独立审查与经验提炼；不合并、不部署、无 GitHub 写能力。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A2655AF-6787-4FE5-88D8-A7F22E2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HumanReviewer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系统外部授权主体；只批准 T4/T5，不计入六个 Agent。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9DCB1F7-7EF8-45E6-8358-57AC7B1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冲突优先级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安全 &gt; 人工策略 &gt; 测试证据 &gt; 审查 &gt; Coder 自检。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5A670AB-94BE-4071-9167-794FF8D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TeamLeader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拆解 DAG、跟踪状态、冲突仲裁、失败重排；不写代码、不跑测试。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B9D4658-7A41-4F94-8C80-5CF5D13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issue-classifier → ClassifiedIssue；不读写仓库。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CF48A09A-D6B1-4F8A-A40D-DFBE344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固定 revision 只读定位；不得修改、执行或扩大路径范围。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908D25A-75E8-496A-909E-5868278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仅产最小补丁候选；不测试、不推送、不合并。</a:t>
            </a:r>
          </a:p>
        </p:txBody>
      </p:sp>
    </p:spTree>
    <p:extLst>
      <p:ext uri="{BB962C8B-B14F-4D97-AF65-F5344CB8AC3E}">
        <p14:creationId xmlns:p14="http://schemas.microsoft.com/office/powerpoint/2010/main" val="114660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A0C1A-A835-4A74-B0F0-B7AB326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7149DA-ACC6-477F-9A60-CC06D3F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身份可执行，</a:t>
            </a: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交接可校验</a:t>
            </a: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房间消息只做协作，不做授权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EAC34C3-7AB7-42B7-9AA1-4B093D5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01｜我是谁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进程身份 + Worker 角色 + Skill owner。
提示词里的“我是 Leader”不能改变进程身份。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CAF8DA6-2E3F-46C2-BDDE-EFF010A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03｜我能做什么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身份 ∩ Skill ∩ MCP ∩ 参数 ∩ 上下文 ∩ 人工批准。任一未知、错配或过期，默认拒绝。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F359CCA-F5BC-4F79-8190-03F94FF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02｜我拿到什么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HandoffEnvelope 绑定 producer / consumer / task / Skill / payload type / SHA-256 / trace / idempotency。</a:t>
            </a:r>
          </a:p>
        </p:txBody>
      </p:sp>
    </p:spTree>
    <p:extLst>
      <p:ext uri="{BB962C8B-B14F-4D97-AF65-F5344CB8AC3E}">
        <p14:creationId xmlns:p14="http://schemas.microsoft.com/office/powerpoint/2010/main" val="1686984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BC5D3C6-E54B-4BFF-A59A-D358105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0818C4A-63A5-4A09-BC1C-92C2052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TeamHarness 将“协作”约束成有状态协议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72A5B8-E7DF-4C2E-867E-158F9FF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E82C51D-57CA-4476-B805-4AB90DC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460C321-EF94-4A35-9F0C-80DE273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E9CA147-DDD6-439D-9FCA-33FE98D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ASSIGN / ACK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FCDFE2-B582-43D2-ABFE-0763254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SUBMIT / ACCEPT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5D7A9E8-E6D8-46A8-823F-9D45FB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REPORT / READBACK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7BEC2F5-C608-4AFA-99CD-B69D073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摘要不漂移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 assignment 重试必须保持同一摘要；不同摘要直接冲突失败。</a:t>
            </a: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红测经 Leader 转发脱敏、有界证据。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76C19B-03CD-47FD-A4B2-3E7E44A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风险先冻结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Leader 固定 T1–T5；有界 assignment。Worker 只对自己的任务幂等 ACK。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EEEA36A-29B1-42F5-A27C-1E213B3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完成要读回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mark → push → pending=false。T4/T5 设计要求外部 Ed25519 批准；真人闭环尚待实证。</a:t>
            </a:r>
          </a:p>
        </p:txBody>
      </p:sp>
    </p:spTree>
    <p:extLst>
      <p:ext uri="{BB962C8B-B14F-4D97-AF65-F5344CB8AC3E}">
        <p14:creationId xmlns:p14="http://schemas.microsoft.com/office/powerpoint/2010/main" val="782042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6AFBF58-232D-4902-BE70-A886B2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E54F2A-7347-4873-898A-DB909348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 只读能力：请求必须穿过五道边界</a:t>
            </a:r>
          </a:p>
        </p:txBody>
      </p:sp>
      <p:graphicFrame>
        <p:nvGraphicFramePr>
          <p:cNvPr id="20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任务上下文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短期能力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Broker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API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E0536D66-DBC7-4F2D-B9E2-C042703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490E13A-7847-495E-8CB1-6DA8A4F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Broker：复核能力签名、Agent + Skill 与精确 scope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8CD5EEB9-0968-49AE-AC72-4CA19EA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06D96BA-5D90-4780-A9AE-1EA5280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默认拒绝：错路径 403｜Reviewer 403｜Locator 直连 Broker 被阻断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3FD3D03B-7904-4BB9-BA6B-4D39FCF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405ABF8D-7389-4E3D-935B-A33BDEB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回执：Git object + content digest，可独立重算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96A0BDC-AFFB-4BE4-AA4F-36D0E61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8A94ABB-CE32-4B79-8ED3-072784D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Higress：Consumer=Locator；Wasm FAIL_CLOSE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DF743E4-F130-4846-B540-3B2A053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4649ED6-A409-4ABD-838F-4705C1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Locator：仅 github-evidence，可读不可写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8814C14B-0288-4B72-93C8-010B3D7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F42A855F-68BA-49E6-B29B-ECE9E4E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Leader：签发固定 repo / revision / path</a:t>
            </a:r>
          </a:p>
        </p:txBody>
      </p:sp>
    </p:spTree>
    <p:extLst>
      <p:ext uri="{BB962C8B-B14F-4D97-AF65-F5344CB8AC3E}">
        <p14:creationId xmlns:p14="http://schemas.microsoft.com/office/powerpoint/2010/main" val="1959353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3CB663D-6CD9-41DA-9E2B-A87EAFC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1271C85-A550-495D-B2C7-E8AF520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七个 Skill 的工程标准：可调用、可拒绝、可验证、可复用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12FB0EC-674B-44BF-878E-C0A755F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test-runner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Tester｜隔离副本、基线与回归 → TestEvidence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3B7848D-2A3A-4515-8A01-F9EA060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pr-reviewer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Reviewer｜正确性、安全性与是否可进入人工门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790A5CC-2B68-4DFE-AA05-54912F4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experience-distiller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Reviewer｜脱敏复盘 → 可复用经验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FF75768-6743-4067-84E7-AA7E7E2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统一质量门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输入输出、触发拒绝、依赖失败、角色归属、安全验证、版本；7/7 静态 100/100。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81AACD0-50BB-4069-9F12-126475E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issue-classifier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Triage｜分级、去重、优先级 → ClassifiedIssue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EB271C2-CA0B-4049-B586-200124D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code-root-cause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revision 根因与影响面 → LocatedContext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7A579CC1-DB85-45C1-A9CB-5814389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github-evidence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repo / revision / path 的只读证据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6108238F-2377-45F1-A5B8-DE8A5FE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patch-generator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Coder｜最小候选修复 → PatchCandidate</a:t>
            </a:r>
          </a:p>
        </p:txBody>
      </p:sp>
    </p:spTree>
    <p:extLst>
      <p:ext uri="{BB962C8B-B14F-4D97-AF65-F5344CB8AC3E}">
        <p14:creationId xmlns:p14="http://schemas.microsoft.com/office/powerpoint/2010/main" val="1651586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0C5669-56D6-491D-BA83-5757F2A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DD38278-FBEC-4465-9C82-FC25699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BB10D92-F0D3-4294-9EEE-01B1508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50D6DA4-B791-44A0-AF54-CA6D864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095FB3D-BCAF-4F1E-B123-6D7BB6A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真实环境已验证的不是“会说”，而是状态与拒绝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753CAB-BB6A-49DB-96B6-16D033B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 → Reviewer
completed；pending=false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87750A-1FA8-4195-B8A9-A88D870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846 passed / 17 skipped</a:t>
            </a: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7/7 Skill 静态 100/100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1BE4CD5-5E8F-4740-B2F0-85FC1F7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错路径 / 错身份 / 直连
分别被拒绝或阻断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0D1607-E4FA-4DB1-B86E-DC54024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 节点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5C1944-2E14-4338-9C3B-EBAADBA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 层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6D40990-290C-4C1C-87AA-FC5F5F2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84.40%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B9FEF0A-C86C-4BEF-984A-98E1B31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现场证据 + 本地发布门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2026-07-27 AgentTeams v1.2.0-beta.1 现场；2026-07-28 DevFlow v1.3.0 本地门。数字分别对应项目状态、边界负例与本地质量。</a:t>
            </a:r>
          </a:p>
        </p:txBody>
      </p:sp>
    </p:spTree>
    <p:extLst>
      <p:ext uri="{BB962C8B-B14F-4D97-AF65-F5344CB8AC3E}">
        <p14:creationId xmlns:p14="http://schemas.microsoft.com/office/powerpoint/2010/main" val="6928382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7BAA89-A12C-471C-A696-7415FF9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530DF2-D7E9-46E9-86C4-A8BAD38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证据矩阵：把“现场”“测试”“待验证”明确分层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4B4AC3A-3634-479A-970B-C14026C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证据纪律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每条能力只使用与其成熟度匹配的表述；真实集群、本地确定性演示与边界基准不得拼接成未发生的完整修复。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2762250"/>
                <a:gridCol w="3143250"/>
                <a:gridCol w="1879568"/>
              </a:tblGrid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证据类型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负例 / 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对外口径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Bot 通信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Leader→Triage→Leader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丢消息/流式回归已修复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真实消息链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T1/T2 completed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Matrix 通知自动重试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仅两节点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进程身份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 控制项目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冒充 Leader 被拒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非强 sandbox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GitHub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README 读取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换路径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 repo/path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Higress 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Locator 放行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Reviewer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只读入口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网络路径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仅经网关成功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直连 Broker 阻断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网关专属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Skill 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发布门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 项静态 100/100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验证器可 python -S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 7 项行为分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 项基准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24/24 精确决策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6/6 安全决策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非修复率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49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2850BB-9091-4459-A14C-A6DEB80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2A78B5-890C-4A75-B0CA-C837222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官方评分不是堆工具：五项权重围绕闭环证据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D6B05E-3683-448C-B3F7-31ECB91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75%｜价值 + 协同 + Skill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场景 25%：真实问题与可复制价值。
协同 25%：身份、状态、异常与人工门。
Skill 25%：七项资产与复用边界。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8685CB8-DE3E-4AE0-80AD-989C720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5%｜开放 / 开源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Apache-2.0、接口契约、README、复现实例与贡献说明。公开仓库、最终 tag 与提交包一致性仍需提交人终检。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49DAFF7-5BFC-4AA3-AFDA-EF11250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20%｜工程、安全、审计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可运行材料；日志、Trace、Metrics。
MCP、RAG 与观测链可验证。
密钥、审批、回滚、降级、审计不缺位。</a:t>
            </a:r>
          </a:p>
        </p:txBody>
      </p:sp>
    </p:spTree>
    <p:extLst>
      <p:ext uri="{BB962C8B-B14F-4D97-AF65-F5344CB8AC3E}">
        <p14:creationId xmlns:p14="http://schemas.microsoft.com/office/powerpoint/2010/main" val="5050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43353CB-8F47-43AD-9478-4A9645D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033D170-86AA-41D4-A576-6E363D4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距离“夺冠作品”还差三条现场闭环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FFEE9B-B68A-441D-9214-80BB679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5D272BB-3389-479E-B5B0-99AB40B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34FEE9-42D8-4C7B-973A-BBA7EBD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4F663ED-83C3-44C6-83C5-1728AF9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六阶段修复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0151F00-47E0-479F-9D94-8AA00B8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失败回传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1DD4CF-E500-4471-BE93-8A83614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T4 人工门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E22A33-0A92-4DC8-85B2-D053E34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红测必须回 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 生成脱敏有界证据；Leader 校验后转 Coder，不得改写红测结论。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4237D5-A275-4783-8E33-1CA6E98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同一项目跑完整链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Triage→定位→修复→测试→审查→经验沉淀；保留原始失败、补丁、绿测与 canonical 未改证据。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FCC2ED9-941C-4C93-9A0A-9EBD29D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先拒绝，再签名恢复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paused→未批准恢复失败→精确摘要签名→resume+审计。完成后再录正式视频并冻结最终覆盖率。</a:t>
            </a:r>
          </a:p>
        </p:txBody>
      </p:sp>
    </p:spTree>
    <p:extLst>
      <p:ext uri="{BB962C8B-B14F-4D97-AF65-F5344CB8AC3E}">
        <p14:creationId xmlns:p14="http://schemas.microsoft.com/office/powerpoint/2010/main" val="3730220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93A0D54-31A3-46C6-960A-F61D6B0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把协作变成证据
把权限变成边界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6D28BD9-8FF5-4339-AD4D-6984D69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已验证｜六角色部署 / 两节点闭环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已验证｜GitHub 三层负例 / 摘要回执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待现场｜六阶段 / 红测闭环 / T4 真人恢复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51EF8D-C5CB-4943-A460-19EFF6A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 · PRELIM</a:t>
            </a:r>
          </a:p>
        </p:txBody>
      </p:sp>
    </p:spTree>
    <p:extLst>
      <p:ext uri="{BB962C8B-B14F-4D97-AF65-F5344CB8AC3E}">
        <p14:creationId xmlns:p14="http://schemas.microsoft.com/office/powerpoint/2010/main" val="63018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2026-07-28T08:45:19.1730000Z</dcterms:created>
  <dcterms:modified xsi:type="dcterms:W3CDTF">2026-07-28T08:45:19.1730000Z</dcterms:modified>
</coreProperties>
</file>