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7a21f09934e6a" /><Relationship Type="http://schemas.openxmlformats.org/officeDocument/2006/relationships/extended-properties" Target="/docProps/app.xml" Id="R14bfeb01e0bf4bea" /><Relationship Type="http://schemas.openxmlformats.org/officeDocument/2006/relationships/officeDocument" Target="/ppt/presentation.xml" Id="R0426d5f33acc48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730f7da9349c8"/>
  </p:sldMasterIdLst>
  <p:notesMasterIdLst>
    <p:notesMasterId xmlns:r="http://schemas.openxmlformats.org/officeDocument/2006/relationships" r:id="R4a6f79eea8a84624"/>
  </p:notesMasterIdLst>
  <p:sldIdLst>
    <p:sldId xmlns:r="http://schemas.openxmlformats.org/officeDocument/2006/relationships" id="256" r:id="Rfe21d86912a0411b"/>
    <p:sldId xmlns:r="http://schemas.openxmlformats.org/officeDocument/2006/relationships" id="257" r:id="Ref97e2f8fbe24e7d"/>
    <p:sldId xmlns:r="http://schemas.openxmlformats.org/officeDocument/2006/relationships" id="258" r:id="Rea680499359145aa"/>
    <p:sldId xmlns:r="http://schemas.openxmlformats.org/officeDocument/2006/relationships" id="259" r:id="Rfb27e680ce4d42be"/>
    <p:sldId xmlns:r="http://schemas.openxmlformats.org/officeDocument/2006/relationships" id="260" r:id="R92f92de436bc429f"/>
    <p:sldId xmlns:r="http://schemas.openxmlformats.org/officeDocument/2006/relationships" id="261" r:id="R08f0502a0e5440be"/>
    <p:sldId xmlns:r="http://schemas.openxmlformats.org/officeDocument/2006/relationships" id="262" r:id="Ra3656a8a53994e91"/>
    <p:sldId xmlns:r="http://schemas.openxmlformats.org/officeDocument/2006/relationships" id="263" r:id="Rc1c504d0e5ff4063"/>
    <p:sldId xmlns:r="http://schemas.openxmlformats.org/officeDocument/2006/relationships" id="264" r:id="R345299b350d345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cca355195b412d" /><Relationship Type="http://schemas.openxmlformats.org/officeDocument/2006/relationships/slideMaster" Target="/ppt/slideMasters/slideMaster1.xml" Id="R14d730f7da9349c8" /><Relationship Type="http://schemas.openxmlformats.org/officeDocument/2006/relationships/notesMaster" Target="/ppt/notesMasters/notesMaster1.xml" Id="R4a6f79eea8a84624" /><Relationship Type="http://schemas.openxmlformats.org/officeDocument/2006/relationships/presProps" Target="/ppt/presProps.xml" Id="Rc64a068121314843" /><Relationship Type="http://schemas.openxmlformats.org/officeDocument/2006/relationships/tableStyles" Target="/ppt/tableStyles.xml" Id="Rfcba34d8b27e4168" /><Relationship Type="http://schemas.openxmlformats.org/officeDocument/2006/relationships/slide" Target="/ppt/slides/slide1.xml" Id="Rfe21d86912a0411b" /><Relationship Type="http://schemas.openxmlformats.org/officeDocument/2006/relationships/slide" Target="/ppt/slides/slide2.xml" Id="Ref97e2f8fbe24e7d" /><Relationship Type="http://schemas.openxmlformats.org/officeDocument/2006/relationships/slide" Target="/ppt/slides/slide3.xml" Id="Rea680499359145aa" /><Relationship Type="http://schemas.openxmlformats.org/officeDocument/2006/relationships/slide" Target="/ppt/slides/slide4.xml" Id="Rfb27e680ce4d42be" /><Relationship Type="http://schemas.openxmlformats.org/officeDocument/2006/relationships/slide" Target="/ppt/slides/slide5.xml" Id="R92f92de436bc429f" /><Relationship Type="http://schemas.openxmlformats.org/officeDocument/2006/relationships/slide" Target="/ppt/slides/slide6.xml" Id="R08f0502a0e5440be" /><Relationship Type="http://schemas.openxmlformats.org/officeDocument/2006/relationships/slide" Target="/ppt/slides/slide7.xml" Id="Ra3656a8a53994e91" /><Relationship Type="http://schemas.openxmlformats.org/officeDocument/2006/relationships/slide" Target="/ppt/slides/slide8.xml" Id="Rc1c504d0e5ff4063" /><Relationship Type="http://schemas.openxmlformats.org/officeDocument/2006/relationships/slide" Target="/ppt/slides/slide9.xml" Id="R345299b350d3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264453f46c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05a0ae3ff4986" /><Relationship Type="http://schemas.openxmlformats.org/officeDocument/2006/relationships/notesMaster" Target="/ppt/notesMasters/notesMaster1.xml" Id="Raf434c8e005b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71dd5f24e4d38" /><Relationship Type="http://schemas.openxmlformats.org/officeDocument/2006/relationships/notesMaster" Target="/ppt/notesMasters/notesMaster1.xml" Id="R5a9097424555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958120995f4f55" /><Relationship Type="http://schemas.openxmlformats.org/officeDocument/2006/relationships/notesMaster" Target="/ppt/notesMasters/notesMaster1.xml" Id="Rc6daeb291b1d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e8ecd77cb9470c" /><Relationship Type="http://schemas.openxmlformats.org/officeDocument/2006/relationships/notesMaster" Target="/ppt/notesMasters/notesMaster1.xml" Id="R55bac340ca41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4ee504c0d7476a" /><Relationship Type="http://schemas.openxmlformats.org/officeDocument/2006/relationships/notesMaster" Target="/ppt/notesMasters/notesMaster1.xml" Id="Ra39b1bfd4ee942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cfaf4009d64329" /><Relationship Type="http://schemas.openxmlformats.org/officeDocument/2006/relationships/notesMaster" Target="/ppt/notesMasters/notesMaster1.xml" Id="R8d3236cfbd1f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476e6def54f1e" /><Relationship Type="http://schemas.openxmlformats.org/officeDocument/2006/relationships/notesMaster" Target="/ppt/notesMasters/notesMaster1.xml" Id="R63fc0dacce5e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6567e100024f98" /><Relationship Type="http://schemas.openxmlformats.org/officeDocument/2006/relationships/notesMaster" Target="/ppt/notesMasters/notesMaster1.xml" Id="R4f3d3f3c657648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8f7daa5baf44fd" /><Relationship Type="http://schemas.openxmlformats.org/officeDocument/2006/relationships/notesMaster" Target="/ppt/notesMasters/notesMaster1.xml" Id="Rc47a64d0aa02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52c9945a7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4eb99bb8346d8" /><Relationship Type="http://schemas.openxmlformats.org/officeDocument/2006/relationships/slideLayout" Target="/ppt/slideLayouts/slideLayout1.xml" Id="Rf73d02f07b0f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d02f07b0f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fdb6f68f44eab" /><Relationship Type="http://schemas.openxmlformats.org/officeDocument/2006/relationships/notesSlide" Target="/ppt/notesSlides/notesSlide1.xml" Id="R2816a68b8dd3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14faf5f5409f" /><Relationship Type="http://schemas.openxmlformats.org/officeDocument/2006/relationships/notesSlide" Target="/ppt/notesSlides/notesSlide2.xml" Id="Rc374943abf954f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a36d3391341a3" /><Relationship Type="http://schemas.openxmlformats.org/officeDocument/2006/relationships/notesSlide" Target="/ppt/notesSlides/notesSlide3.xml" Id="Rf2f33eec57674e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6107ec32c4e59" /><Relationship Type="http://schemas.openxmlformats.org/officeDocument/2006/relationships/notesSlide" Target="/ppt/notesSlides/notesSlide4.xml" Id="R915b107c92514b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ecea5ba044752" /><Relationship Type="http://schemas.openxmlformats.org/officeDocument/2006/relationships/notesSlide" Target="/ppt/notesSlides/notesSlide5.xml" Id="R3293f380a730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1cf049cc248e5" /><Relationship Type="http://schemas.openxmlformats.org/officeDocument/2006/relationships/notesSlide" Target="/ppt/notesSlides/notesSlide6.xml" Id="R01276500be9c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e2224d84d4854" /><Relationship Type="http://schemas.openxmlformats.org/officeDocument/2006/relationships/chart" Target="/ppt/slides/charts/chart1.xml" Id="R2f598ce6fe2f4147" /><Relationship Type="http://schemas.openxmlformats.org/officeDocument/2006/relationships/notesSlide" Target="/ppt/notesSlides/notesSlide7.xml" Id="R4e39cfc688b142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3f81d04dc4055" /><Relationship Type="http://schemas.openxmlformats.org/officeDocument/2006/relationships/notesSlide" Target="/ppt/notesSlides/notesSlide8.xml" Id="R691f36b6b883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1f197d91c4359" /><Relationship Type="http://schemas.openxmlformats.org/officeDocument/2006/relationships/notesSlide" Target="/ppt/notesSlides/notesSlide9.xml" Id="R64b4aaab77364f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总 token（千）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Requests</c:v>
              </c:pt>
              <c:pt idx="1">
                <c:v>Flask</c:v>
              </c:pt>
              <c:pt idx="2">
                <c:v>Pydantic</c:v>
              </c:pt>
            </c:strLit>
          </c:cat>
          <c:val>
            <c:numLit>
              <c:formatCode>General</c:formatCode>
              <c:ptCount val="3"/>
              <c:pt idx="0">
                <c:v>69.218</c:v>
              </c:pt>
              <c:pt idx="1">
                <c:v>71.842</c:v>
              </c:pt>
              <c:pt idx="2">
                <c:v>70.845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496B463-7499-4260-A88A-C04319D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DevFlow
让多智能体协同可拒绝、可恢复、可问责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AC99F14-65A0-48D9-B706-BCA8FC3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AGENT INFRA · DEVFLOW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807CCAC-8C4E-43E3-B92B-E539A340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证据版 · 2026.07</a:t>
            </a:r>
          </a:p>
        </p:txBody>
      </p:sp>
    </p:spTree>
    <p:extLst>
      <p:ext uri="{BB962C8B-B14F-4D97-AF65-F5344CB8AC3E}">
        <p14:creationId xmlns:p14="http://schemas.microsoft.com/office/powerpoint/2010/main" val="1302901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190CE0-0FDB-452B-A749-C318F6BD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FE5056-FA7F-42D7-8BE4-BC46BC2E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真正的协同，不是多几个模型，而是三种硬约束同时成立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5655F8F-1ABC-44CC-B5A5-70866A9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E23B551-FA01-4972-AA63-04FAFC2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61D9AB6-B9A0-4620-8A65-0B8C800A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边界可执行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身份、Skill、参数、路径、风险与批准共同决定权限。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2650A4C-BF0B-4977-8F52-F1067BF1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通信可验证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交接包含 consumer、Skill、digest、状态与幂等键。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76611C3-9339-41AB-BD6B-9AEFB03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CAAA6D0-C470-456D-A813-F36EAC19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1E2AE0C-6ECB-4EEA-BFEC-C54E3FE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87B20D-2F7E-4679-BAFC-D3BB3FA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职责唯一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每个阶段只有一个 owner；TeamLeader 不能代做领域工作。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03167DD-4032-4267-8914-EA7F2E7B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E9448FC-03F5-47D8-8CC3-641B8A40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同质 Agent 会争抢任务、越过验证、在失败后继续推进。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DevFlow 把职责、交接与工具权限做成运行时可验证契约。</a:t>
            </a:r>
          </a:p>
        </p:txBody>
      </p:sp>
    </p:spTree>
    <p:extLst>
      <p:ext uri="{BB962C8B-B14F-4D97-AF65-F5344CB8AC3E}">
        <p14:creationId xmlns:p14="http://schemas.microsoft.com/office/powerpoint/2010/main" val="310285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9F65E9-D9C8-496C-9193-3F21F46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9D9EC87-06F6-4802-8695-B587E1C2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六个身份不可互换；HumanReviewer 也不是一个 Agent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4571C744-5B74-4C99-87AD-160325A7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Tester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隔离测试
不接受 shell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ADA54106-88BB-41A9-B189-3B7C81E6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审查与安全门
不能合并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51C11766-76FA-4F3F-AEB9-E615A09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HumanReviewer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T4/T5 digest 批准
不可由聊天替代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39C8689-5615-4D0F-97AD-F02CBE1A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测试优先于判断
安全门优先于计划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22166A5-5478-4314-B6BE-0E236961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TeamLeader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拆 DAG · 追状态
不写代码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27945CC-3A3E-4C0C-AAF3-CA96A402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分级 · 去重
不读写仓库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5C24422-B01B-465B-B29E-B420F81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Locator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只读根因
不执行代码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6E37803-B90C-4B63-8D23-46B21AA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只产 typed patch
无 Git/MCP</a:t>
            </a:r>
          </a:p>
        </p:txBody>
      </p:sp>
    </p:spTree>
    <p:extLst>
      <p:ext uri="{BB962C8B-B14F-4D97-AF65-F5344CB8AC3E}">
        <p14:creationId xmlns:p14="http://schemas.microsoft.com/office/powerpoint/2010/main" val="3235183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4CEAFF5-3967-432C-9D3F-E2E57AB5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FC2C317-D3A4-4424-A7F6-6B2414AA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交接物而非聊天记录，驱动从问题到可审查证据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47B78FB-79BC-45E4-95E5-6B0DA6D2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1EF0ADC-D095-46E4-9A24-E867BF37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8815E80-F0BE-4655-8423-DDE8B4C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226A8F8-8CF6-4A81-8FE4-BA6762A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理解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E600955-17D7-4DAB-AD5D-5E8BF95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· 构建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3F0764B-67F6-4E2F-8C81-E5C099E2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· 证明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5CAB823-09DB-4EC3-9E60-C7EF240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Coder → Tester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typed patch 只进入一次性副本；失败原路返回。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C053AD-523D-44BC-896D-659AA54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Triage → Locator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 revision；输出 ClassifiedIssue 与 LocatedContext。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DBCD113-3DAF-4CEF-93C2-E2801D3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Reviewer → Human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绿色测试仍不能越过高危发现或 T4/T5 人工门。</a:t>
            </a:r>
          </a:p>
        </p:txBody>
      </p:sp>
    </p:spTree>
    <p:extLst>
      <p:ext uri="{BB962C8B-B14F-4D97-AF65-F5344CB8AC3E}">
        <p14:creationId xmlns:p14="http://schemas.microsoft.com/office/powerpoint/2010/main" val="10697058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C5440F0-F735-497B-9E86-96E7503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3937CA-A69A-495E-AE50-B1AAC4E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MCP 是第二道信任边界：客户端允许，服务端仍要重验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3C9CAE0-9943-49D4-AABB-2B38460F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A771D08-5F98-4170-9DA5-69B757A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F7D3A1B-1DB6-444F-B6D3-2F75707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4A2DC15-5AC3-4001-A892-1DDFEFB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86FFF0D-ECBC-4EF7-B181-2819C7DF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签名上下文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run · task · Agent · Skill · trace · risk 全量签名；调用者不能伪造身份。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A8E796A-F909-42E9-86D8-84790EBB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D25EA8D-B1C2-49EB-B600-FC7859B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默认拒绝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∩ Skill ∩ tool ∩ safe args；未知组合在 transport 前失败。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51CC17B-D7D8-4209-8F0E-E61E5596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85CDDCB-BDCF-4D2C-84AD-5DA13B1E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最小能力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短期 capability handle 在可信适配器内解析；密钥不进 Agent 与提示词。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6AF0F86-8070-418E-98FB-424786E9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C59AFA6B-525B-4336-A8B9-C5A14E3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167F8FA-EBF5-4B87-B077-E3F5DB1E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1813623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6B2CCBA-E619-44DD-B943-4CD935C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AD19424-781E-4CCB-BB5F-AD4AD5EB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A78ACC6-9B28-41B3-81DA-57CEAFE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A4181CB-0C44-43FB-87A6-2D51EC1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960C501-928A-460D-BA9F-8ED32F1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服务器已完成真实 CI/CD MCP 与原子回滚闭环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4E62E09-8850-445B-AD96-695A82DA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FastMCP 可枚举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FD78025-75C2-497C-8B69-962B5116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服务器执行时长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E4EF3BB-2D51-4589-8693-77B577AB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隔离流水线覆盖率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169AE0A-AB67-4576-BB0F-303D6BA8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 tools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A35D742-9DFA-41DB-9F0B-76DDDA5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82.74%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2EE974B-67BD-44B4-801E-8B32DFE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11.557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E1A24D7-9E50-4501-B4E3-A0754D4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Live evidence · release 921162c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签名 Tester 上下文触发隔离全量流水线；无批准回滚被拒绝。随后 staging 在精确批准下回滚并恢复，健康检查与完整审计链均通过。</a:t>
            </a:r>
          </a:p>
        </p:txBody>
      </p:sp>
    </p:spTree>
    <p:extLst>
      <p:ext uri="{BB962C8B-B14F-4D97-AF65-F5344CB8AC3E}">
        <p14:creationId xmlns:p14="http://schemas.microsoft.com/office/powerpoint/2010/main" val="7378096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enchmark-title">
            <a:extLst xmlns:a="http://schemas.openxmlformats.org/drawingml/2006/main">
              <a:ext uri="{FF2B5EF4-FFF2-40B4-BE49-F238E27FC236}">
                <a16:creationId xmlns:a16="http://schemas.microsoft.com/office/drawing/2014/main" id="{32902DD7-5094-457E-BA6F-DE9D7A18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 项真实仓库任务：边界正确，也要成本可见</a:t>
            </a:r>
          </a:p>
        </p:txBody>
      </p:sp>
      <p:sp>
        <p:nvSpPr>
          <p:cNvPr id="2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A9523F3-1C6B-4A99-9A5F-A38BD49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5524500" cy="5438775"/>
          </a:xfrm>
          <a:prstGeom xmlns:a="http://schemas.openxmlformats.org/drawingml/2006/main" prst="roundRect">
            <a:avLst>
              <a:gd name="adj" fmla="val 1401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" name="benchmark-copy">
            <a:extLst xmlns:a="http://schemas.openxmlformats.org/drawingml/2006/main">
              <a:ext uri="{FF2B5EF4-FFF2-40B4-BE49-F238E27FC236}">
                <a16:creationId xmlns:a16="http://schemas.microsoft.com/office/drawing/2014/main" id="{3EF3DD91-12BF-4AD7-BDA0-B0C10991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5334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三仓库均为固定 commit + tree；图示每仓库总 token（千）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Requests 2.32.3 · Flask 3.1.1 · Pydantic 2.11.7</a:t>
            </a:r>
          </a:p>
        </p:txBody>
      </p:sp>
      <p:sp>
        <p:nvSpPr>
          <p:cNvPr id="4" name="success-stat">
            <a:extLst xmlns:a="http://schemas.openxmlformats.org/drawingml/2006/main">
              <a:ext uri="{FF2B5EF4-FFF2-40B4-BE49-F238E27FC236}">
                <a16:creationId xmlns:a16="http://schemas.microsoft.com/office/drawing/2014/main" id="{E0A444BB-FDC3-4B0D-9CB2-34A5B686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4335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5" name="success-label">
            <a:extLst xmlns:a="http://schemas.openxmlformats.org/drawingml/2006/main">
              <a:ext uri="{FF2B5EF4-FFF2-40B4-BE49-F238E27FC236}">
                <a16:creationId xmlns:a16="http://schemas.microsoft.com/office/drawing/2014/main" id="{B6DEEED0-FCBE-43B8-A977-F559DB9F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911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五字段精确成功</a:t>
            </a:r>
          </a:p>
        </p:txBody>
      </p:sp>
      <p:sp>
        <p:nvSpPr>
          <p:cNvPr id="6" name="safety-stat">
            <a:extLst xmlns:a="http://schemas.openxmlformats.org/drawingml/2006/main">
              <a:ext uri="{FF2B5EF4-FFF2-40B4-BE49-F238E27FC236}">
                <a16:creationId xmlns:a16="http://schemas.microsoft.com/office/drawing/2014/main" id="{5743D6A5-0627-46DB-BF68-EFA9197B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70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7" name="safety-label">
            <a:extLst xmlns:a="http://schemas.openxmlformats.org/drawingml/2006/main">
              <a:ext uri="{FF2B5EF4-FFF2-40B4-BE49-F238E27FC236}">
                <a16:creationId xmlns:a16="http://schemas.microsoft.com/office/drawing/2014/main" id="{FDA51D61-DF66-4D95-8147-8FDAF0FB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911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越权 + T4 安全</a:t>
            </a:r>
          </a:p>
        </p:txBody>
      </p:sp>
      <p:sp>
        <p:nvSpPr>
          <p:cNvPr id="8" name="footer-7">
            <a:extLst xmlns:a="http://schemas.openxmlformats.org/drawingml/2006/main">
              <a:ext uri="{FF2B5EF4-FFF2-40B4-BE49-F238E27FC236}">
                <a16:creationId xmlns:a16="http://schemas.microsoft.com/office/drawing/2014/main" id="{0BC4E174-EA36-41F9-8A2D-3D224F4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4953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98ce6fe2f4147"/>
          </a:graphicData>
        </a:graphic>
      </p:graphicFrame>
    </p:spTree>
    <p:extLst>
      <p:ext uri="{BB962C8B-B14F-4D97-AF65-F5344CB8AC3E}">
        <p14:creationId xmlns:p14="http://schemas.microsoft.com/office/powerpoint/2010/main" val="1819193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A54765CE-7647-4E04-BDD1-FB49540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夺冠作品不仅要有成绩，还要清楚哪些尚未完成</a:t>
            </a:r>
          </a:p>
        </p:txBody>
      </p:sp>
      <p:sp>
        <p:nvSpPr>
          <p:cNvPr id="2" name="limits-intro">
            <a:extLst xmlns:a="http://schemas.openxmlformats.org/drawingml/2006/main">
              <a:ext uri="{FF2B5EF4-FFF2-40B4-BE49-F238E27FC236}">
                <a16:creationId xmlns:a16="http://schemas.microsoft.com/office/drawing/2014/main" id="{17E7FBD5-6D82-4C2C-AC91-6FF7131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401425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可复核证据与声明边界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所有数字可追溯到 commit、报告哈希或服务器记录。</a:t>
            </a:r>
          </a:p>
        </p:txBody>
      </p:sp>
      <p:graphicFrame>
        <p:nvGraphicFramePr>
          <p:cNvPr id="8" name="evidence-table"/>
          <p:cNvGraphicFramePr/>
          <p:nvPr/>
        </p:nvGraphicFramePr>
        <p:xfrm>
          <a:off xmlns:a="http://schemas.openxmlformats.org/drawingml/2006/main" x="390525" y="2190750"/>
          <a:ext xmlns:a="http://schemas.openxmlformats.org/drawingml/2006/main" cx="1140142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476500"/>
                <a:gridCol w="3143250"/>
                <a:gridCol w="4162425"/>
              </a:tblGrid>
              <a:tr h="571500">
                <a:tc>
                  <a:txBody>
                    <a:bodyPr/>
                    <a:lstStyle/>
                    <a:p>
                      <a:r>
                        <a:t>维度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声明边界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协同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 个不可互换身份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typed handoff + ownership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Team Room 待录制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MCP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工具真实 endpoint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签名调用 + 默认拒绝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仅 loopback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工程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82.73% 覆盖率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56 passed / 1 skipped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覆盖率≠正确性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24/24；安全 6/6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raw JSON SHA-256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非 SWE-bench 修复率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回滚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原子切换并恢复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健康检查 + 审计链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自动化集成批准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next-evidence">
            <a:extLst xmlns:a="http://schemas.openxmlformats.org/drawingml/2006/main">
              <a:ext uri="{FF2B5EF4-FFF2-40B4-BE49-F238E27FC236}">
                <a16:creationId xmlns:a16="http://schemas.microsoft.com/office/drawing/2014/main" id="{3B77B563-8AB3-4ED1-904F-EBA63042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下一证据：Docker/K8s 主机上的官方 AgentTeams Team Room 与人工 T4 批准录屏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0A6B97ED-D6AD-4A6A-AD71-0978F19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791070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361A403-AD49-4C8A-BF97-352C6AD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让官方 AgentTeams
把最后一段闭环跑出来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F6444CA-5104-4737-B067-B6DBB30E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Docker Engine / Kubernetes 1.24+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Team Room · 失败返回 · T4 暂停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现场人工批准 · 恢复 · 录屏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C34162B-12D7-4202-A7DE-1532922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NEXT EVIDENCE</a:t>
            </a:r>
          </a:p>
        </p:txBody>
      </p:sp>
    </p:spTree>
    <p:extLst>
      <p:ext uri="{BB962C8B-B14F-4D97-AF65-F5344CB8AC3E}">
        <p14:creationId xmlns:p14="http://schemas.microsoft.com/office/powerpoint/2010/main" val="2039830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2026-07-24T08:42:19.8350000Z</dcterms:created>
  <dcterms:modified xsi:type="dcterms:W3CDTF">2026-07-24T08:42:19.8350000Z</dcterms:modified>
</coreProperties>
</file>